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</p:sldIdLst>
  <p:sldSz cx="7772400" cy="10058400"/>
  <p:notesSz cx="7772400" cy="10058400"/>
  <p:embeddedFontLst>
    <p:embeddedFont>
      <p:font typeface="Arial" panose="020B0604020202020204" pitchFamily="34" charset="0"/>
      <p:regular r:id="rId4"/>
    </p:embeddedFont>
    <p:embeddedFont>
      <p:font typeface="Calibri" panose="020F0502020204030204" pitchFamily="34" charset="0"/>
      <p:regular r:id="rId5"/>
      <p:bold r:id="rId6"/>
      <p:italic r:id="rId7"/>
      <p:boldItalic r:id="rId8"/>
    </p:embeddedFont>
    <p:embeddedFont>
      <p:font typeface="Cambria Math" panose="02040503050406030204" pitchFamily="18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1867" y="-7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609725" y="6072187"/>
            <a:ext cx="720725" cy="1447165"/>
          </a:xfrm>
          <a:custGeom>
            <a:avLst/>
            <a:gdLst/>
            <a:ahLst/>
            <a:cxnLst/>
            <a:rect l="l" t="t" r="r" b="b"/>
            <a:pathLst>
              <a:path w="720725" h="1447165">
                <a:moveTo>
                  <a:pt x="0" y="1446657"/>
                </a:moveTo>
                <a:lnTo>
                  <a:pt x="72037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30195" y="6071616"/>
            <a:ext cx="1905" cy="1905"/>
          </a:xfrm>
          <a:custGeom>
            <a:avLst/>
            <a:gdLst/>
            <a:ahLst/>
            <a:cxnLst/>
            <a:rect l="l" t="t" r="r" b="b"/>
            <a:pathLst>
              <a:path w="1905" h="1904">
                <a:moveTo>
                  <a:pt x="1524" y="1523"/>
                </a:moveTo>
                <a:lnTo>
                  <a:pt x="0" y="1523"/>
                </a:lnTo>
                <a:lnTo>
                  <a:pt x="0" y="0"/>
                </a:lnTo>
                <a:lnTo>
                  <a:pt x="1524" y="0"/>
                </a:lnTo>
                <a:lnTo>
                  <a:pt x="1524" y="15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609725" y="6072187"/>
            <a:ext cx="720725" cy="1447165"/>
          </a:xfrm>
          <a:custGeom>
            <a:avLst/>
            <a:gdLst/>
            <a:ahLst/>
            <a:cxnLst/>
            <a:rect l="l" t="t" r="r" b="b"/>
            <a:pathLst>
              <a:path w="720725" h="1447165">
                <a:moveTo>
                  <a:pt x="720375" y="0"/>
                </a:moveTo>
                <a:lnTo>
                  <a:pt x="0" y="144665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609344" y="7519416"/>
            <a:ext cx="1905" cy="1905"/>
          </a:xfrm>
          <a:custGeom>
            <a:avLst/>
            <a:gdLst/>
            <a:ahLst/>
            <a:cxnLst/>
            <a:rect l="l" t="t" r="r" b="b"/>
            <a:pathLst>
              <a:path w="1905" h="1904">
                <a:moveTo>
                  <a:pt x="1523" y="1523"/>
                </a:moveTo>
                <a:lnTo>
                  <a:pt x="0" y="1523"/>
                </a:lnTo>
                <a:lnTo>
                  <a:pt x="0" y="0"/>
                </a:lnTo>
                <a:lnTo>
                  <a:pt x="1523" y="0"/>
                </a:lnTo>
                <a:lnTo>
                  <a:pt x="1523" y="15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330100" y="5718619"/>
            <a:ext cx="1619250" cy="353695"/>
          </a:xfrm>
          <a:custGeom>
            <a:avLst/>
            <a:gdLst/>
            <a:ahLst/>
            <a:cxnLst/>
            <a:rect l="l" t="t" r="r" b="b"/>
            <a:pathLst>
              <a:path w="1619250" h="353695">
                <a:moveTo>
                  <a:pt x="1619249" y="0"/>
                </a:moveTo>
                <a:lnTo>
                  <a:pt x="0" y="353567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2330195" y="6071616"/>
            <a:ext cx="1905" cy="1905"/>
          </a:xfrm>
          <a:custGeom>
            <a:avLst/>
            <a:gdLst/>
            <a:ahLst/>
            <a:cxnLst/>
            <a:rect l="l" t="t" r="r" b="b"/>
            <a:pathLst>
              <a:path w="1905" h="1904">
                <a:moveTo>
                  <a:pt x="1524" y="1523"/>
                </a:moveTo>
                <a:lnTo>
                  <a:pt x="0" y="1523"/>
                </a:lnTo>
                <a:lnTo>
                  <a:pt x="0" y="0"/>
                </a:lnTo>
                <a:lnTo>
                  <a:pt x="1524" y="0"/>
                </a:lnTo>
                <a:lnTo>
                  <a:pt x="1524" y="15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330100" y="5718619"/>
            <a:ext cx="1619250" cy="353695"/>
          </a:xfrm>
          <a:custGeom>
            <a:avLst/>
            <a:gdLst/>
            <a:ahLst/>
            <a:cxnLst/>
            <a:rect l="l" t="t" r="r" b="b"/>
            <a:pathLst>
              <a:path w="1619250" h="353695">
                <a:moveTo>
                  <a:pt x="0" y="353567"/>
                </a:moveTo>
                <a:lnTo>
                  <a:pt x="1619249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948683" y="5718048"/>
            <a:ext cx="1905" cy="1905"/>
          </a:xfrm>
          <a:custGeom>
            <a:avLst/>
            <a:gdLst/>
            <a:ahLst/>
            <a:cxnLst/>
            <a:rect l="l" t="t" r="r" b="b"/>
            <a:pathLst>
              <a:path w="1904" h="1904">
                <a:moveTo>
                  <a:pt x="1524" y="1523"/>
                </a:moveTo>
                <a:lnTo>
                  <a:pt x="0" y="1523"/>
                </a:lnTo>
                <a:lnTo>
                  <a:pt x="0" y="0"/>
                </a:lnTo>
                <a:lnTo>
                  <a:pt x="1524" y="0"/>
                </a:lnTo>
                <a:lnTo>
                  <a:pt x="1524" y="15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769518" y="4711350"/>
            <a:ext cx="1219200" cy="263525"/>
          </a:xfrm>
          <a:custGeom>
            <a:avLst/>
            <a:gdLst/>
            <a:ahLst/>
            <a:cxnLst/>
            <a:rect l="l" t="t" r="r" b="b"/>
            <a:pathLst>
              <a:path w="1219200" h="263525">
                <a:moveTo>
                  <a:pt x="0" y="0"/>
                </a:moveTo>
                <a:lnTo>
                  <a:pt x="1219200" y="26308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988051" y="4974335"/>
            <a:ext cx="1905" cy="1905"/>
          </a:xfrm>
          <a:custGeom>
            <a:avLst/>
            <a:gdLst/>
            <a:ahLst/>
            <a:cxnLst/>
            <a:rect l="l" t="t" r="r" b="b"/>
            <a:pathLst>
              <a:path w="1904" h="1904">
                <a:moveTo>
                  <a:pt x="1524" y="1524"/>
                </a:moveTo>
                <a:lnTo>
                  <a:pt x="0" y="1524"/>
                </a:lnTo>
                <a:lnTo>
                  <a:pt x="0" y="0"/>
                </a:lnTo>
                <a:lnTo>
                  <a:pt x="1524" y="0"/>
                </a:lnTo>
                <a:lnTo>
                  <a:pt x="1524" y="1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949350" y="4974431"/>
            <a:ext cx="1039494" cy="744220"/>
          </a:xfrm>
          <a:custGeom>
            <a:avLst/>
            <a:gdLst/>
            <a:ahLst/>
            <a:cxnLst/>
            <a:rect l="l" t="t" r="r" b="b"/>
            <a:pathLst>
              <a:path w="1039495" h="744220">
                <a:moveTo>
                  <a:pt x="1039367" y="0"/>
                </a:moveTo>
                <a:lnTo>
                  <a:pt x="0" y="74418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3948683" y="5718047"/>
            <a:ext cx="1905" cy="1905"/>
          </a:xfrm>
          <a:custGeom>
            <a:avLst/>
            <a:gdLst/>
            <a:ahLst/>
            <a:cxnLst/>
            <a:rect l="l" t="t" r="r" b="b"/>
            <a:pathLst>
              <a:path w="1904" h="1904">
                <a:moveTo>
                  <a:pt x="1524" y="1523"/>
                </a:moveTo>
                <a:lnTo>
                  <a:pt x="0" y="1523"/>
                </a:lnTo>
                <a:lnTo>
                  <a:pt x="0" y="0"/>
                </a:lnTo>
                <a:lnTo>
                  <a:pt x="1524" y="0"/>
                </a:lnTo>
                <a:lnTo>
                  <a:pt x="1524" y="15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3769518" y="4711350"/>
            <a:ext cx="180340" cy="1007744"/>
          </a:xfrm>
          <a:custGeom>
            <a:avLst/>
            <a:gdLst/>
            <a:ahLst/>
            <a:cxnLst/>
            <a:rect l="l" t="t" r="r" b="b"/>
            <a:pathLst>
              <a:path w="180339" h="1007745">
                <a:moveTo>
                  <a:pt x="179832" y="1007268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3768851" y="4710683"/>
            <a:ext cx="1905" cy="1905"/>
          </a:xfrm>
          <a:custGeom>
            <a:avLst/>
            <a:gdLst/>
            <a:ahLst/>
            <a:cxnLst/>
            <a:rect l="l" t="t" r="r" b="b"/>
            <a:pathLst>
              <a:path w="1904" h="1904">
                <a:moveTo>
                  <a:pt x="1524" y="1524"/>
                </a:moveTo>
                <a:lnTo>
                  <a:pt x="0" y="1524"/>
                </a:lnTo>
                <a:lnTo>
                  <a:pt x="0" y="0"/>
                </a:lnTo>
                <a:lnTo>
                  <a:pt x="1524" y="0"/>
                </a:lnTo>
                <a:lnTo>
                  <a:pt x="1524" y="1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988718" y="4974431"/>
            <a:ext cx="1182370" cy="1097915"/>
          </a:xfrm>
          <a:custGeom>
            <a:avLst/>
            <a:gdLst/>
            <a:ahLst/>
            <a:cxnLst/>
            <a:rect l="l" t="t" r="r" b="b"/>
            <a:pathLst>
              <a:path w="1182370" h="1097914">
                <a:moveTo>
                  <a:pt x="0" y="0"/>
                </a:moveTo>
                <a:lnTo>
                  <a:pt x="1182338" y="109775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6170676" y="6071615"/>
            <a:ext cx="1905" cy="1905"/>
          </a:xfrm>
          <a:custGeom>
            <a:avLst/>
            <a:gdLst/>
            <a:ahLst/>
            <a:cxnLst/>
            <a:rect l="l" t="t" r="r" b="b"/>
            <a:pathLst>
              <a:path w="1904" h="1904">
                <a:moveTo>
                  <a:pt x="1523" y="1523"/>
                </a:moveTo>
                <a:lnTo>
                  <a:pt x="0" y="1523"/>
                </a:lnTo>
                <a:lnTo>
                  <a:pt x="0" y="0"/>
                </a:lnTo>
                <a:lnTo>
                  <a:pt x="1523" y="0"/>
                </a:lnTo>
                <a:lnTo>
                  <a:pt x="1523" y="15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4988718" y="4974431"/>
            <a:ext cx="1182370" cy="1097915"/>
          </a:xfrm>
          <a:custGeom>
            <a:avLst/>
            <a:gdLst/>
            <a:ahLst/>
            <a:cxnLst/>
            <a:rect l="l" t="t" r="r" b="b"/>
            <a:pathLst>
              <a:path w="1182370" h="1097914">
                <a:moveTo>
                  <a:pt x="1182338" y="109775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4988051" y="4974335"/>
            <a:ext cx="1905" cy="1905"/>
          </a:xfrm>
          <a:custGeom>
            <a:avLst/>
            <a:gdLst/>
            <a:ahLst/>
            <a:cxnLst/>
            <a:rect l="l" t="t" r="r" b="b"/>
            <a:pathLst>
              <a:path w="1904" h="1904">
                <a:moveTo>
                  <a:pt x="1524" y="1524"/>
                </a:moveTo>
                <a:lnTo>
                  <a:pt x="0" y="1524"/>
                </a:lnTo>
                <a:lnTo>
                  <a:pt x="0" y="0"/>
                </a:lnTo>
                <a:lnTo>
                  <a:pt x="1524" y="0"/>
                </a:lnTo>
                <a:lnTo>
                  <a:pt x="1524" y="1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6032944" y="6072187"/>
            <a:ext cx="138430" cy="1447165"/>
          </a:xfrm>
          <a:custGeom>
            <a:avLst/>
            <a:gdLst/>
            <a:ahLst/>
            <a:cxnLst/>
            <a:rect l="l" t="t" r="r" b="b"/>
            <a:pathLst>
              <a:path w="138429" h="1447165">
                <a:moveTo>
                  <a:pt x="138112" y="0"/>
                </a:moveTo>
                <a:lnTo>
                  <a:pt x="0" y="144665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6033515" y="7519415"/>
            <a:ext cx="1905" cy="1905"/>
          </a:xfrm>
          <a:custGeom>
            <a:avLst/>
            <a:gdLst/>
            <a:ahLst/>
            <a:cxnLst/>
            <a:rect l="l" t="t" r="r" b="b"/>
            <a:pathLst>
              <a:path w="1904" h="1904">
                <a:moveTo>
                  <a:pt x="1523" y="1523"/>
                </a:moveTo>
                <a:lnTo>
                  <a:pt x="0" y="1523"/>
                </a:lnTo>
                <a:lnTo>
                  <a:pt x="0" y="0"/>
                </a:lnTo>
                <a:lnTo>
                  <a:pt x="1523" y="0"/>
                </a:lnTo>
                <a:lnTo>
                  <a:pt x="1523" y="15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6032944" y="6072187"/>
            <a:ext cx="138430" cy="1447165"/>
          </a:xfrm>
          <a:custGeom>
            <a:avLst/>
            <a:gdLst/>
            <a:ahLst/>
            <a:cxnLst/>
            <a:rect l="l" t="t" r="r" b="b"/>
            <a:pathLst>
              <a:path w="138429" h="1447165">
                <a:moveTo>
                  <a:pt x="0" y="1446657"/>
                </a:moveTo>
                <a:lnTo>
                  <a:pt x="138112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6170676" y="6071615"/>
            <a:ext cx="1905" cy="1905"/>
          </a:xfrm>
          <a:custGeom>
            <a:avLst/>
            <a:gdLst/>
            <a:ahLst/>
            <a:cxnLst/>
            <a:rect l="l" t="t" r="r" b="b"/>
            <a:pathLst>
              <a:path w="1904" h="1904">
                <a:moveTo>
                  <a:pt x="1523" y="1523"/>
                </a:moveTo>
                <a:lnTo>
                  <a:pt x="0" y="1523"/>
                </a:lnTo>
                <a:lnTo>
                  <a:pt x="0" y="0"/>
                </a:lnTo>
                <a:lnTo>
                  <a:pt x="1523" y="0"/>
                </a:lnTo>
                <a:lnTo>
                  <a:pt x="1523" y="15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2689669" y="3573113"/>
            <a:ext cx="1080135" cy="1138555"/>
          </a:xfrm>
          <a:custGeom>
            <a:avLst/>
            <a:gdLst/>
            <a:ahLst/>
            <a:cxnLst/>
            <a:rect l="l" t="t" r="r" b="b"/>
            <a:pathLst>
              <a:path w="1080135" h="1138554">
                <a:moveTo>
                  <a:pt x="1079849" y="1138237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2689859" y="3573780"/>
            <a:ext cx="1905" cy="1905"/>
          </a:xfrm>
          <a:custGeom>
            <a:avLst/>
            <a:gdLst/>
            <a:ahLst/>
            <a:cxnLst/>
            <a:rect l="l" t="t" r="r" b="b"/>
            <a:pathLst>
              <a:path w="1905" h="1904">
                <a:moveTo>
                  <a:pt x="1524" y="1523"/>
                </a:moveTo>
                <a:lnTo>
                  <a:pt x="0" y="1523"/>
                </a:lnTo>
                <a:lnTo>
                  <a:pt x="0" y="0"/>
                </a:lnTo>
                <a:lnTo>
                  <a:pt x="1524" y="0"/>
                </a:lnTo>
                <a:lnTo>
                  <a:pt x="1524" y="15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2689669" y="3573113"/>
            <a:ext cx="1080135" cy="1138555"/>
          </a:xfrm>
          <a:custGeom>
            <a:avLst/>
            <a:gdLst/>
            <a:ahLst/>
            <a:cxnLst/>
            <a:rect l="l" t="t" r="r" b="b"/>
            <a:pathLst>
              <a:path w="1080135" h="1138554">
                <a:moveTo>
                  <a:pt x="0" y="0"/>
                </a:moveTo>
                <a:lnTo>
                  <a:pt x="1079849" y="113823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3768851" y="4710683"/>
            <a:ext cx="1905" cy="1905"/>
          </a:xfrm>
          <a:custGeom>
            <a:avLst/>
            <a:gdLst/>
            <a:ahLst/>
            <a:cxnLst/>
            <a:rect l="l" t="t" r="r" b="b"/>
            <a:pathLst>
              <a:path w="1904" h="1904">
                <a:moveTo>
                  <a:pt x="1524" y="1524"/>
                </a:moveTo>
                <a:lnTo>
                  <a:pt x="0" y="1524"/>
                </a:lnTo>
                <a:lnTo>
                  <a:pt x="0" y="0"/>
                </a:lnTo>
                <a:lnTo>
                  <a:pt x="1524" y="0"/>
                </a:lnTo>
                <a:lnTo>
                  <a:pt x="1524" y="1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2689669" y="2433637"/>
            <a:ext cx="1259840" cy="1139825"/>
          </a:xfrm>
          <a:custGeom>
            <a:avLst/>
            <a:gdLst/>
            <a:ahLst/>
            <a:cxnLst/>
            <a:rect l="l" t="t" r="r" b="b"/>
            <a:pathLst>
              <a:path w="1259839" h="1139825">
                <a:moveTo>
                  <a:pt x="0" y="1139475"/>
                </a:moveTo>
                <a:lnTo>
                  <a:pt x="125968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3948683" y="2433828"/>
            <a:ext cx="1905" cy="1905"/>
          </a:xfrm>
          <a:custGeom>
            <a:avLst/>
            <a:gdLst/>
            <a:ahLst/>
            <a:cxnLst/>
            <a:rect l="l" t="t" r="r" b="b"/>
            <a:pathLst>
              <a:path w="1904" h="1905">
                <a:moveTo>
                  <a:pt x="1524" y="1523"/>
                </a:moveTo>
                <a:lnTo>
                  <a:pt x="0" y="1523"/>
                </a:lnTo>
                <a:lnTo>
                  <a:pt x="0" y="0"/>
                </a:lnTo>
                <a:lnTo>
                  <a:pt x="1524" y="0"/>
                </a:lnTo>
                <a:lnTo>
                  <a:pt x="1524" y="15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2689669" y="2433637"/>
            <a:ext cx="1259840" cy="1139825"/>
          </a:xfrm>
          <a:custGeom>
            <a:avLst/>
            <a:gdLst/>
            <a:ahLst/>
            <a:cxnLst/>
            <a:rect l="l" t="t" r="r" b="b"/>
            <a:pathLst>
              <a:path w="1259839" h="1139825">
                <a:moveTo>
                  <a:pt x="1259681" y="0"/>
                </a:moveTo>
                <a:lnTo>
                  <a:pt x="0" y="113947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2689859" y="3573780"/>
            <a:ext cx="1905" cy="1905"/>
          </a:xfrm>
          <a:custGeom>
            <a:avLst/>
            <a:gdLst/>
            <a:ahLst/>
            <a:cxnLst/>
            <a:rect l="l" t="t" r="r" b="b"/>
            <a:pathLst>
              <a:path w="1905" h="1904">
                <a:moveTo>
                  <a:pt x="1524" y="1523"/>
                </a:moveTo>
                <a:lnTo>
                  <a:pt x="0" y="1523"/>
                </a:lnTo>
                <a:lnTo>
                  <a:pt x="0" y="0"/>
                </a:lnTo>
                <a:lnTo>
                  <a:pt x="1524" y="0"/>
                </a:lnTo>
                <a:lnTo>
                  <a:pt x="1524" y="15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1609725" y="6072187"/>
            <a:ext cx="720725" cy="1447165"/>
          </a:xfrm>
          <a:custGeom>
            <a:avLst/>
            <a:gdLst/>
            <a:ahLst/>
            <a:cxnLst/>
            <a:rect l="l" t="t" r="r" b="b"/>
            <a:pathLst>
              <a:path w="720725" h="1447165">
                <a:moveTo>
                  <a:pt x="0" y="1446657"/>
                </a:moveTo>
                <a:lnTo>
                  <a:pt x="72037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2330195" y="6071616"/>
            <a:ext cx="1905" cy="1905"/>
          </a:xfrm>
          <a:custGeom>
            <a:avLst/>
            <a:gdLst/>
            <a:ahLst/>
            <a:cxnLst/>
            <a:rect l="l" t="t" r="r" b="b"/>
            <a:pathLst>
              <a:path w="1905" h="1904">
                <a:moveTo>
                  <a:pt x="1524" y="1523"/>
                </a:moveTo>
                <a:lnTo>
                  <a:pt x="0" y="1523"/>
                </a:lnTo>
                <a:lnTo>
                  <a:pt x="0" y="0"/>
                </a:lnTo>
                <a:lnTo>
                  <a:pt x="1524" y="0"/>
                </a:lnTo>
                <a:lnTo>
                  <a:pt x="1524" y="15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1609725" y="6072187"/>
            <a:ext cx="720725" cy="1447165"/>
          </a:xfrm>
          <a:custGeom>
            <a:avLst/>
            <a:gdLst/>
            <a:ahLst/>
            <a:cxnLst/>
            <a:rect l="l" t="t" r="r" b="b"/>
            <a:pathLst>
              <a:path w="720725" h="1447165">
                <a:moveTo>
                  <a:pt x="720375" y="0"/>
                </a:moveTo>
                <a:lnTo>
                  <a:pt x="0" y="144665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1609344" y="7519416"/>
            <a:ext cx="1905" cy="1905"/>
          </a:xfrm>
          <a:custGeom>
            <a:avLst/>
            <a:gdLst/>
            <a:ahLst/>
            <a:cxnLst/>
            <a:rect l="l" t="t" r="r" b="b"/>
            <a:pathLst>
              <a:path w="1905" h="1904">
                <a:moveTo>
                  <a:pt x="1523" y="1523"/>
                </a:moveTo>
                <a:lnTo>
                  <a:pt x="0" y="1523"/>
                </a:lnTo>
                <a:lnTo>
                  <a:pt x="0" y="0"/>
                </a:lnTo>
                <a:lnTo>
                  <a:pt x="1523" y="0"/>
                </a:lnTo>
                <a:lnTo>
                  <a:pt x="1523" y="15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2330100" y="5718619"/>
            <a:ext cx="1619250" cy="353695"/>
          </a:xfrm>
          <a:custGeom>
            <a:avLst/>
            <a:gdLst/>
            <a:ahLst/>
            <a:cxnLst/>
            <a:rect l="l" t="t" r="r" b="b"/>
            <a:pathLst>
              <a:path w="1619250" h="353695">
                <a:moveTo>
                  <a:pt x="1619249" y="0"/>
                </a:moveTo>
                <a:lnTo>
                  <a:pt x="0" y="353567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2330195" y="6071616"/>
            <a:ext cx="1905" cy="1905"/>
          </a:xfrm>
          <a:custGeom>
            <a:avLst/>
            <a:gdLst/>
            <a:ahLst/>
            <a:cxnLst/>
            <a:rect l="l" t="t" r="r" b="b"/>
            <a:pathLst>
              <a:path w="1905" h="1904">
                <a:moveTo>
                  <a:pt x="1524" y="1523"/>
                </a:moveTo>
                <a:lnTo>
                  <a:pt x="0" y="1523"/>
                </a:lnTo>
                <a:lnTo>
                  <a:pt x="0" y="0"/>
                </a:lnTo>
                <a:lnTo>
                  <a:pt x="1524" y="0"/>
                </a:lnTo>
                <a:lnTo>
                  <a:pt x="1524" y="15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2330100" y="5718619"/>
            <a:ext cx="1619250" cy="353695"/>
          </a:xfrm>
          <a:custGeom>
            <a:avLst/>
            <a:gdLst/>
            <a:ahLst/>
            <a:cxnLst/>
            <a:rect l="l" t="t" r="r" b="b"/>
            <a:pathLst>
              <a:path w="1619250" h="353695">
                <a:moveTo>
                  <a:pt x="0" y="353567"/>
                </a:moveTo>
                <a:lnTo>
                  <a:pt x="1619249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3948683" y="5718048"/>
            <a:ext cx="1905" cy="1905"/>
          </a:xfrm>
          <a:custGeom>
            <a:avLst/>
            <a:gdLst/>
            <a:ahLst/>
            <a:cxnLst/>
            <a:rect l="l" t="t" r="r" b="b"/>
            <a:pathLst>
              <a:path w="1904" h="1904">
                <a:moveTo>
                  <a:pt x="1524" y="1523"/>
                </a:moveTo>
                <a:lnTo>
                  <a:pt x="0" y="1523"/>
                </a:lnTo>
                <a:lnTo>
                  <a:pt x="0" y="0"/>
                </a:lnTo>
                <a:lnTo>
                  <a:pt x="1524" y="0"/>
                </a:lnTo>
                <a:lnTo>
                  <a:pt x="1524" y="15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3769518" y="4711350"/>
            <a:ext cx="1219200" cy="263525"/>
          </a:xfrm>
          <a:custGeom>
            <a:avLst/>
            <a:gdLst/>
            <a:ahLst/>
            <a:cxnLst/>
            <a:rect l="l" t="t" r="r" b="b"/>
            <a:pathLst>
              <a:path w="1219200" h="263525">
                <a:moveTo>
                  <a:pt x="0" y="0"/>
                </a:moveTo>
                <a:lnTo>
                  <a:pt x="1219200" y="26308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4988051" y="4974335"/>
            <a:ext cx="1905" cy="1905"/>
          </a:xfrm>
          <a:custGeom>
            <a:avLst/>
            <a:gdLst/>
            <a:ahLst/>
            <a:cxnLst/>
            <a:rect l="l" t="t" r="r" b="b"/>
            <a:pathLst>
              <a:path w="1904" h="1904">
                <a:moveTo>
                  <a:pt x="1524" y="1524"/>
                </a:moveTo>
                <a:lnTo>
                  <a:pt x="0" y="1524"/>
                </a:lnTo>
                <a:lnTo>
                  <a:pt x="0" y="0"/>
                </a:lnTo>
                <a:lnTo>
                  <a:pt x="1524" y="0"/>
                </a:lnTo>
                <a:lnTo>
                  <a:pt x="1524" y="1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3949350" y="4974431"/>
            <a:ext cx="1039494" cy="744220"/>
          </a:xfrm>
          <a:custGeom>
            <a:avLst/>
            <a:gdLst/>
            <a:ahLst/>
            <a:cxnLst/>
            <a:rect l="l" t="t" r="r" b="b"/>
            <a:pathLst>
              <a:path w="1039495" h="744220">
                <a:moveTo>
                  <a:pt x="1039367" y="0"/>
                </a:moveTo>
                <a:lnTo>
                  <a:pt x="0" y="74418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3948683" y="5718047"/>
            <a:ext cx="1905" cy="1905"/>
          </a:xfrm>
          <a:custGeom>
            <a:avLst/>
            <a:gdLst/>
            <a:ahLst/>
            <a:cxnLst/>
            <a:rect l="l" t="t" r="r" b="b"/>
            <a:pathLst>
              <a:path w="1904" h="1904">
                <a:moveTo>
                  <a:pt x="1524" y="1523"/>
                </a:moveTo>
                <a:lnTo>
                  <a:pt x="0" y="1523"/>
                </a:lnTo>
                <a:lnTo>
                  <a:pt x="0" y="0"/>
                </a:lnTo>
                <a:lnTo>
                  <a:pt x="1524" y="0"/>
                </a:lnTo>
                <a:lnTo>
                  <a:pt x="1524" y="15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3769518" y="4711350"/>
            <a:ext cx="180340" cy="1007744"/>
          </a:xfrm>
          <a:custGeom>
            <a:avLst/>
            <a:gdLst/>
            <a:ahLst/>
            <a:cxnLst/>
            <a:rect l="l" t="t" r="r" b="b"/>
            <a:pathLst>
              <a:path w="180339" h="1007745">
                <a:moveTo>
                  <a:pt x="179832" y="1007268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3768851" y="4710683"/>
            <a:ext cx="1905" cy="1905"/>
          </a:xfrm>
          <a:custGeom>
            <a:avLst/>
            <a:gdLst/>
            <a:ahLst/>
            <a:cxnLst/>
            <a:rect l="l" t="t" r="r" b="b"/>
            <a:pathLst>
              <a:path w="1904" h="1904">
                <a:moveTo>
                  <a:pt x="1524" y="1524"/>
                </a:moveTo>
                <a:lnTo>
                  <a:pt x="0" y="1524"/>
                </a:lnTo>
                <a:lnTo>
                  <a:pt x="0" y="0"/>
                </a:lnTo>
                <a:lnTo>
                  <a:pt x="1524" y="0"/>
                </a:lnTo>
                <a:lnTo>
                  <a:pt x="1524" y="1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4988718" y="4974431"/>
            <a:ext cx="1182370" cy="1097915"/>
          </a:xfrm>
          <a:custGeom>
            <a:avLst/>
            <a:gdLst/>
            <a:ahLst/>
            <a:cxnLst/>
            <a:rect l="l" t="t" r="r" b="b"/>
            <a:pathLst>
              <a:path w="1182370" h="1097914">
                <a:moveTo>
                  <a:pt x="0" y="0"/>
                </a:moveTo>
                <a:lnTo>
                  <a:pt x="1182338" y="109775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6170676" y="6071615"/>
            <a:ext cx="1905" cy="1905"/>
          </a:xfrm>
          <a:custGeom>
            <a:avLst/>
            <a:gdLst/>
            <a:ahLst/>
            <a:cxnLst/>
            <a:rect l="l" t="t" r="r" b="b"/>
            <a:pathLst>
              <a:path w="1904" h="1904">
                <a:moveTo>
                  <a:pt x="1523" y="1523"/>
                </a:moveTo>
                <a:lnTo>
                  <a:pt x="0" y="1523"/>
                </a:lnTo>
                <a:lnTo>
                  <a:pt x="0" y="0"/>
                </a:lnTo>
                <a:lnTo>
                  <a:pt x="1523" y="0"/>
                </a:lnTo>
                <a:lnTo>
                  <a:pt x="1523" y="15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4988718" y="4974431"/>
            <a:ext cx="1182370" cy="1097915"/>
          </a:xfrm>
          <a:custGeom>
            <a:avLst/>
            <a:gdLst/>
            <a:ahLst/>
            <a:cxnLst/>
            <a:rect l="l" t="t" r="r" b="b"/>
            <a:pathLst>
              <a:path w="1182370" h="1097914">
                <a:moveTo>
                  <a:pt x="1182338" y="109775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4988051" y="4974335"/>
            <a:ext cx="1905" cy="1905"/>
          </a:xfrm>
          <a:custGeom>
            <a:avLst/>
            <a:gdLst/>
            <a:ahLst/>
            <a:cxnLst/>
            <a:rect l="l" t="t" r="r" b="b"/>
            <a:pathLst>
              <a:path w="1904" h="1904">
                <a:moveTo>
                  <a:pt x="1524" y="1524"/>
                </a:moveTo>
                <a:lnTo>
                  <a:pt x="0" y="1524"/>
                </a:lnTo>
                <a:lnTo>
                  <a:pt x="0" y="0"/>
                </a:lnTo>
                <a:lnTo>
                  <a:pt x="1524" y="0"/>
                </a:lnTo>
                <a:lnTo>
                  <a:pt x="1524" y="1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6032944" y="6072187"/>
            <a:ext cx="138430" cy="1447165"/>
          </a:xfrm>
          <a:custGeom>
            <a:avLst/>
            <a:gdLst/>
            <a:ahLst/>
            <a:cxnLst/>
            <a:rect l="l" t="t" r="r" b="b"/>
            <a:pathLst>
              <a:path w="138429" h="1447165">
                <a:moveTo>
                  <a:pt x="138112" y="0"/>
                </a:moveTo>
                <a:lnTo>
                  <a:pt x="0" y="144665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6033515" y="7519415"/>
            <a:ext cx="1905" cy="1905"/>
          </a:xfrm>
          <a:custGeom>
            <a:avLst/>
            <a:gdLst/>
            <a:ahLst/>
            <a:cxnLst/>
            <a:rect l="l" t="t" r="r" b="b"/>
            <a:pathLst>
              <a:path w="1904" h="1904">
                <a:moveTo>
                  <a:pt x="1523" y="1523"/>
                </a:moveTo>
                <a:lnTo>
                  <a:pt x="0" y="1523"/>
                </a:lnTo>
                <a:lnTo>
                  <a:pt x="0" y="0"/>
                </a:lnTo>
                <a:lnTo>
                  <a:pt x="1523" y="0"/>
                </a:lnTo>
                <a:lnTo>
                  <a:pt x="1523" y="15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6032944" y="6072187"/>
            <a:ext cx="138430" cy="1447165"/>
          </a:xfrm>
          <a:custGeom>
            <a:avLst/>
            <a:gdLst/>
            <a:ahLst/>
            <a:cxnLst/>
            <a:rect l="l" t="t" r="r" b="b"/>
            <a:pathLst>
              <a:path w="138429" h="1447165">
                <a:moveTo>
                  <a:pt x="0" y="1446657"/>
                </a:moveTo>
                <a:lnTo>
                  <a:pt x="138112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6170676" y="6071615"/>
            <a:ext cx="1905" cy="1905"/>
          </a:xfrm>
          <a:custGeom>
            <a:avLst/>
            <a:gdLst/>
            <a:ahLst/>
            <a:cxnLst/>
            <a:rect l="l" t="t" r="r" b="b"/>
            <a:pathLst>
              <a:path w="1904" h="1904">
                <a:moveTo>
                  <a:pt x="1523" y="1523"/>
                </a:moveTo>
                <a:lnTo>
                  <a:pt x="0" y="1523"/>
                </a:lnTo>
                <a:lnTo>
                  <a:pt x="0" y="0"/>
                </a:lnTo>
                <a:lnTo>
                  <a:pt x="1523" y="0"/>
                </a:lnTo>
                <a:lnTo>
                  <a:pt x="1523" y="15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2689669" y="3573113"/>
            <a:ext cx="1080135" cy="1138555"/>
          </a:xfrm>
          <a:custGeom>
            <a:avLst/>
            <a:gdLst/>
            <a:ahLst/>
            <a:cxnLst/>
            <a:rect l="l" t="t" r="r" b="b"/>
            <a:pathLst>
              <a:path w="1080135" h="1138554">
                <a:moveTo>
                  <a:pt x="1079849" y="1138237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2689859" y="3573780"/>
            <a:ext cx="1905" cy="1905"/>
          </a:xfrm>
          <a:custGeom>
            <a:avLst/>
            <a:gdLst/>
            <a:ahLst/>
            <a:cxnLst/>
            <a:rect l="l" t="t" r="r" b="b"/>
            <a:pathLst>
              <a:path w="1905" h="1904">
                <a:moveTo>
                  <a:pt x="1524" y="1523"/>
                </a:moveTo>
                <a:lnTo>
                  <a:pt x="0" y="1523"/>
                </a:lnTo>
                <a:lnTo>
                  <a:pt x="0" y="0"/>
                </a:lnTo>
                <a:lnTo>
                  <a:pt x="1524" y="0"/>
                </a:lnTo>
                <a:lnTo>
                  <a:pt x="1524" y="15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2689669" y="3573113"/>
            <a:ext cx="1080135" cy="1138555"/>
          </a:xfrm>
          <a:custGeom>
            <a:avLst/>
            <a:gdLst/>
            <a:ahLst/>
            <a:cxnLst/>
            <a:rect l="l" t="t" r="r" b="b"/>
            <a:pathLst>
              <a:path w="1080135" h="1138554">
                <a:moveTo>
                  <a:pt x="0" y="0"/>
                </a:moveTo>
                <a:lnTo>
                  <a:pt x="1079849" y="113823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3768851" y="4710683"/>
            <a:ext cx="1905" cy="1905"/>
          </a:xfrm>
          <a:custGeom>
            <a:avLst/>
            <a:gdLst/>
            <a:ahLst/>
            <a:cxnLst/>
            <a:rect l="l" t="t" r="r" b="b"/>
            <a:pathLst>
              <a:path w="1904" h="1904">
                <a:moveTo>
                  <a:pt x="1524" y="1524"/>
                </a:moveTo>
                <a:lnTo>
                  <a:pt x="0" y="1524"/>
                </a:lnTo>
                <a:lnTo>
                  <a:pt x="0" y="0"/>
                </a:lnTo>
                <a:lnTo>
                  <a:pt x="1524" y="0"/>
                </a:lnTo>
                <a:lnTo>
                  <a:pt x="1524" y="1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2689669" y="2433637"/>
            <a:ext cx="1259840" cy="1139825"/>
          </a:xfrm>
          <a:custGeom>
            <a:avLst/>
            <a:gdLst/>
            <a:ahLst/>
            <a:cxnLst/>
            <a:rect l="l" t="t" r="r" b="b"/>
            <a:pathLst>
              <a:path w="1259839" h="1139825">
                <a:moveTo>
                  <a:pt x="0" y="1139475"/>
                </a:moveTo>
                <a:lnTo>
                  <a:pt x="125968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3948683" y="2433828"/>
            <a:ext cx="1905" cy="1905"/>
          </a:xfrm>
          <a:custGeom>
            <a:avLst/>
            <a:gdLst/>
            <a:ahLst/>
            <a:cxnLst/>
            <a:rect l="l" t="t" r="r" b="b"/>
            <a:pathLst>
              <a:path w="1904" h="1905">
                <a:moveTo>
                  <a:pt x="1524" y="1523"/>
                </a:moveTo>
                <a:lnTo>
                  <a:pt x="0" y="1523"/>
                </a:lnTo>
                <a:lnTo>
                  <a:pt x="0" y="0"/>
                </a:lnTo>
                <a:lnTo>
                  <a:pt x="1524" y="0"/>
                </a:lnTo>
                <a:lnTo>
                  <a:pt x="1524" y="15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2689669" y="2433637"/>
            <a:ext cx="1259840" cy="1139825"/>
          </a:xfrm>
          <a:custGeom>
            <a:avLst/>
            <a:gdLst/>
            <a:ahLst/>
            <a:cxnLst/>
            <a:rect l="l" t="t" r="r" b="b"/>
            <a:pathLst>
              <a:path w="1259839" h="1139825">
                <a:moveTo>
                  <a:pt x="1259681" y="0"/>
                </a:moveTo>
                <a:lnTo>
                  <a:pt x="0" y="113947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2689859" y="3573780"/>
            <a:ext cx="1905" cy="1905"/>
          </a:xfrm>
          <a:custGeom>
            <a:avLst/>
            <a:gdLst/>
            <a:ahLst/>
            <a:cxnLst/>
            <a:rect l="l" t="t" r="r" b="b"/>
            <a:pathLst>
              <a:path w="1905" h="1904">
                <a:moveTo>
                  <a:pt x="1524" y="1523"/>
                </a:moveTo>
                <a:lnTo>
                  <a:pt x="0" y="1523"/>
                </a:lnTo>
                <a:lnTo>
                  <a:pt x="0" y="0"/>
                </a:lnTo>
                <a:lnTo>
                  <a:pt x="1524" y="0"/>
                </a:lnTo>
                <a:lnTo>
                  <a:pt x="1524" y="15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6" name="bg object 7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28762" y="7428357"/>
            <a:ext cx="152400" cy="247650"/>
          </a:xfrm>
          <a:prstGeom prst="rect">
            <a:avLst/>
          </a:prstGeom>
        </p:spPr>
      </p:pic>
      <p:pic>
        <p:nvPicPr>
          <p:cNvPr id="77" name="bg object 7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277713" y="6019800"/>
            <a:ext cx="104775" cy="104775"/>
          </a:xfrm>
          <a:prstGeom prst="rect">
            <a:avLst/>
          </a:prstGeom>
        </p:spPr>
      </p:pic>
      <p:pic>
        <p:nvPicPr>
          <p:cNvPr id="78" name="bg object 7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96963" y="5666232"/>
            <a:ext cx="104775" cy="104775"/>
          </a:xfrm>
          <a:prstGeom prst="rect">
            <a:avLst/>
          </a:prstGeom>
        </p:spPr>
      </p:pic>
      <p:pic>
        <p:nvPicPr>
          <p:cNvPr id="79" name="bg object 7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717131" y="4658963"/>
            <a:ext cx="104775" cy="104775"/>
          </a:xfrm>
          <a:prstGeom prst="rect">
            <a:avLst/>
          </a:prstGeom>
        </p:spPr>
      </p:pic>
      <p:pic>
        <p:nvPicPr>
          <p:cNvPr id="80" name="bg object 8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936331" y="4922043"/>
            <a:ext cx="104775" cy="104775"/>
          </a:xfrm>
          <a:prstGeom prst="rect">
            <a:avLst/>
          </a:prstGeom>
        </p:spPr>
      </p:pic>
      <p:pic>
        <p:nvPicPr>
          <p:cNvPr id="81" name="bg object 8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118669" y="6019800"/>
            <a:ext cx="104775" cy="104775"/>
          </a:xfrm>
          <a:prstGeom prst="rect">
            <a:avLst/>
          </a:prstGeom>
        </p:spPr>
      </p:pic>
      <p:pic>
        <p:nvPicPr>
          <p:cNvPr id="82" name="bg object 8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51982" y="7428357"/>
            <a:ext cx="152400" cy="247650"/>
          </a:xfrm>
          <a:prstGeom prst="rect">
            <a:avLst/>
          </a:prstGeom>
        </p:spPr>
      </p:pic>
      <p:sp>
        <p:nvSpPr>
          <p:cNvPr id="83" name="bg object 83"/>
          <p:cNvSpPr/>
          <p:nvPr/>
        </p:nvSpPr>
        <p:spPr>
          <a:xfrm>
            <a:off x="2642044" y="3525488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29052" y="3744"/>
                </a:lnTo>
                <a:lnTo>
                  <a:pt x="13918" y="13954"/>
                </a:lnTo>
                <a:lnTo>
                  <a:pt x="3731" y="29092"/>
                </a:lnTo>
                <a:lnTo>
                  <a:pt x="0" y="47625"/>
                </a:lnTo>
                <a:lnTo>
                  <a:pt x="3731" y="66157"/>
                </a:lnTo>
                <a:lnTo>
                  <a:pt x="13918" y="81295"/>
                </a:lnTo>
                <a:lnTo>
                  <a:pt x="29052" y="91505"/>
                </a:lnTo>
                <a:lnTo>
                  <a:pt x="47625" y="95250"/>
                </a:lnTo>
                <a:lnTo>
                  <a:pt x="66197" y="91505"/>
                </a:lnTo>
                <a:lnTo>
                  <a:pt x="81331" y="81295"/>
                </a:lnTo>
                <a:lnTo>
                  <a:pt x="91518" y="66157"/>
                </a:lnTo>
                <a:lnTo>
                  <a:pt x="95250" y="47625"/>
                </a:lnTo>
                <a:lnTo>
                  <a:pt x="91505" y="29092"/>
                </a:lnTo>
                <a:lnTo>
                  <a:pt x="81295" y="13954"/>
                </a:lnTo>
                <a:lnTo>
                  <a:pt x="66157" y="3744"/>
                </a:lnTo>
                <a:lnTo>
                  <a:pt x="47625" y="0"/>
                </a:lnTo>
              </a:path>
            </a:pathLst>
          </a:custGeom>
          <a:ln w="9525">
            <a:solidFill>
              <a:srgbClr val="008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4" name="bg object 8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868388" y="2343150"/>
            <a:ext cx="152400" cy="2476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pn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81476" y="9923633"/>
            <a:ext cx="416559" cy="173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50" spc="10" dirty="0">
                <a:solidFill>
                  <a:srgbClr val="181818"/>
                </a:solidFill>
                <a:latin typeface="Arial"/>
                <a:cs typeface="Arial"/>
              </a:rPr>
              <a:t>Page</a:t>
            </a:r>
            <a:r>
              <a:rPr sz="950" spc="-65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181818"/>
                </a:solidFill>
                <a:latin typeface="Arial"/>
                <a:cs typeface="Arial"/>
              </a:rPr>
              <a:t>1</a:t>
            </a:r>
            <a:endParaRPr sz="950"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428D3D-E26B-49C9-B205-E9A1B40F5886}"/>
              </a:ext>
            </a:extLst>
          </p:cNvPr>
          <p:cNvSpPr txBox="1"/>
          <p:nvPr/>
        </p:nvSpPr>
        <p:spPr>
          <a:xfrm rot="18996541">
            <a:off x="3060242" y="2727771"/>
            <a:ext cx="4906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L13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69664B-E8F6-4FD9-A2B2-1C79091B7696}"/>
              </a:ext>
            </a:extLst>
          </p:cNvPr>
          <p:cNvSpPr txBox="1"/>
          <p:nvPr/>
        </p:nvSpPr>
        <p:spPr>
          <a:xfrm rot="2691045">
            <a:off x="2806171" y="4025103"/>
            <a:ext cx="4891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L23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573612-3BD9-4861-844A-EB8B6E85E040}"/>
              </a:ext>
            </a:extLst>
          </p:cNvPr>
          <p:cNvSpPr txBox="1"/>
          <p:nvPr/>
        </p:nvSpPr>
        <p:spPr>
          <a:xfrm rot="16621312">
            <a:off x="5702146" y="6623199"/>
            <a:ext cx="4906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L12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7E90C2-DD38-4B1C-8E23-37BE45F999FE}"/>
              </a:ext>
            </a:extLst>
          </p:cNvPr>
          <p:cNvSpPr txBox="1"/>
          <p:nvPr/>
        </p:nvSpPr>
        <p:spPr>
          <a:xfrm rot="2486999">
            <a:off x="5492213" y="5415792"/>
            <a:ext cx="4906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L22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C1FCCC-1434-4268-B841-CF5DDE46DB5D}"/>
              </a:ext>
            </a:extLst>
          </p:cNvPr>
          <p:cNvSpPr txBox="1"/>
          <p:nvPr/>
        </p:nvSpPr>
        <p:spPr>
          <a:xfrm rot="17660502">
            <a:off x="1642581" y="6592571"/>
            <a:ext cx="4906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L11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5CA8A3-FE71-4392-A3D6-899702496971}"/>
              </a:ext>
            </a:extLst>
          </p:cNvPr>
          <p:cNvSpPr txBox="1"/>
          <p:nvPr/>
        </p:nvSpPr>
        <p:spPr>
          <a:xfrm rot="20827861">
            <a:off x="2795394" y="5707830"/>
            <a:ext cx="4906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L21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ECE3E2-490B-4A24-8F6D-0AC18404B783}"/>
              </a:ext>
            </a:extLst>
          </p:cNvPr>
          <p:cNvSpPr txBox="1"/>
          <p:nvPr/>
        </p:nvSpPr>
        <p:spPr>
          <a:xfrm rot="375090">
            <a:off x="4020633" y="4559264"/>
            <a:ext cx="6769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Platform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A30BB1C-325B-471B-915F-A68D24F88E11}"/>
              </a:ext>
            </a:extLst>
          </p:cNvPr>
          <p:cNvCxnSpPr>
            <a:cxnSpLocks/>
          </p:cNvCxnSpPr>
          <p:nvPr/>
        </p:nvCxnSpPr>
        <p:spPr>
          <a:xfrm>
            <a:off x="1583435" y="7529161"/>
            <a:ext cx="5029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4F61A70-1224-4E87-B55A-42C23D6B5FCF}"/>
              </a:ext>
            </a:extLst>
          </p:cNvPr>
          <p:cNvCxnSpPr>
            <a:cxnSpLocks/>
          </p:cNvCxnSpPr>
          <p:nvPr/>
        </p:nvCxnSpPr>
        <p:spPr>
          <a:xfrm flipV="1">
            <a:off x="1583436" y="4343400"/>
            <a:ext cx="96977" cy="32004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A57233A-98A7-423F-BCE2-6D11EC503392}"/>
              </a:ext>
            </a:extLst>
          </p:cNvPr>
          <p:cNvCxnSpPr>
            <a:cxnSpLocks/>
          </p:cNvCxnSpPr>
          <p:nvPr/>
        </p:nvCxnSpPr>
        <p:spPr>
          <a:xfrm>
            <a:off x="6087072" y="7543800"/>
            <a:ext cx="12915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76840BE-F2C2-41DC-99D7-DE9B829C5B79}"/>
              </a:ext>
            </a:extLst>
          </p:cNvPr>
          <p:cNvCxnSpPr>
            <a:cxnSpLocks/>
          </p:cNvCxnSpPr>
          <p:nvPr/>
        </p:nvCxnSpPr>
        <p:spPr>
          <a:xfrm>
            <a:off x="3986022" y="2438400"/>
            <a:ext cx="11955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959DDAF-F4E0-4162-9DDF-1AEC8292B086}"/>
                  </a:ext>
                </a:extLst>
              </p:cNvPr>
              <p:cNvSpPr txBox="1"/>
              <p:nvPr/>
            </p:nvSpPr>
            <p:spPr>
              <a:xfrm>
                <a:off x="3962400" y="7188200"/>
                <a:ext cx="6640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959DDAF-F4E0-4162-9DDF-1AEC8292B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7188200"/>
                <a:ext cx="664096" cy="400110"/>
              </a:xfrm>
              <a:prstGeom prst="rect">
                <a:avLst/>
              </a:prstGeom>
              <a:blipFill>
                <a:blip r:embed="rId2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2096F9A-587E-48C5-897E-FA937490BB14}"/>
                  </a:ext>
                </a:extLst>
              </p:cNvPr>
              <p:cNvSpPr txBox="1"/>
              <p:nvPr/>
            </p:nvSpPr>
            <p:spPr>
              <a:xfrm>
                <a:off x="6688981" y="7154333"/>
                <a:ext cx="6640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2096F9A-587E-48C5-897E-FA937490B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8981" y="7154333"/>
                <a:ext cx="664096" cy="400110"/>
              </a:xfrm>
              <a:prstGeom prst="rect">
                <a:avLst/>
              </a:prstGeom>
              <a:blipFill>
                <a:blip r:embed="rId3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FB4B1F2-84F0-45E4-BA78-41C4999E3287}"/>
                  </a:ext>
                </a:extLst>
              </p:cNvPr>
              <p:cNvSpPr txBox="1"/>
              <p:nvPr/>
            </p:nvSpPr>
            <p:spPr>
              <a:xfrm>
                <a:off x="4660363" y="2008439"/>
                <a:ext cx="6640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FB4B1F2-84F0-45E4-BA78-41C4999E3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0363" y="2008439"/>
                <a:ext cx="664096" cy="400110"/>
              </a:xfrm>
              <a:prstGeom prst="rect">
                <a:avLst/>
              </a:prstGeom>
              <a:blipFill>
                <a:blip r:embed="rId4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1C8A790-4E6C-4DD2-846E-4853E64FD40A}"/>
                  </a:ext>
                </a:extLst>
              </p:cNvPr>
              <p:cNvSpPr txBox="1"/>
              <p:nvPr/>
            </p:nvSpPr>
            <p:spPr>
              <a:xfrm>
                <a:off x="1223787" y="3977794"/>
                <a:ext cx="6640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1C8A790-4E6C-4DD2-846E-4853E64FD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787" y="3977794"/>
                <a:ext cx="664096" cy="400110"/>
              </a:xfrm>
              <a:prstGeom prst="rect">
                <a:avLst/>
              </a:prstGeom>
              <a:blipFill>
                <a:blip r:embed="rId5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170899F-A575-4052-B389-5AC1BFF8F9A2}"/>
                  </a:ext>
                </a:extLst>
              </p:cNvPr>
              <p:cNvSpPr txBox="1"/>
              <p:nvPr/>
            </p:nvSpPr>
            <p:spPr>
              <a:xfrm>
                <a:off x="4098035" y="4892053"/>
                <a:ext cx="427133" cy="2148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b="1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170899F-A575-4052-B389-5AC1BFF8F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035" y="4892053"/>
                <a:ext cx="427133" cy="214867"/>
              </a:xfrm>
              <a:prstGeom prst="rect">
                <a:avLst/>
              </a:prstGeom>
              <a:blipFill>
                <a:blip r:embed="rId6"/>
                <a:stretch>
                  <a:fillRect r="-31429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CBBB301-0CEC-404E-9C58-5E32A749242F}"/>
                  </a:ext>
                </a:extLst>
              </p:cNvPr>
              <p:cNvSpPr txBox="1"/>
              <p:nvPr/>
            </p:nvSpPr>
            <p:spPr>
              <a:xfrm>
                <a:off x="3262103" y="5498154"/>
                <a:ext cx="515091" cy="1969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1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sz="11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100" b="1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CBBB301-0CEC-404E-9C58-5E32A7492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103" y="5498154"/>
                <a:ext cx="515091" cy="196913"/>
              </a:xfrm>
              <a:prstGeom prst="rect">
                <a:avLst/>
              </a:prstGeom>
              <a:blipFill>
                <a:blip r:embed="rId7"/>
                <a:stretch>
                  <a:fillRect r="-23529"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BB8D0B3-7403-417A-B910-D32536CC3E67}"/>
                  </a:ext>
                </a:extLst>
              </p:cNvPr>
              <p:cNvSpPr txBox="1"/>
              <p:nvPr/>
            </p:nvSpPr>
            <p:spPr>
              <a:xfrm>
                <a:off x="4775501" y="4677663"/>
                <a:ext cx="515091" cy="1969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1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sz="11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100" b="1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BB8D0B3-7403-417A-B910-D32536CC3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5501" y="4677663"/>
                <a:ext cx="515091" cy="196913"/>
              </a:xfrm>
              <a:prstGeom prst="rect">
                <a:avLst/>
              </a:prstGeom>
              <a:blipFill>
                <a:blip r:embed="rId8"/>
                <a:stretch>
                  <a:fillRect r="-23529" b="-2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714511E-2E25-4450-8496-B603076B3EFC}"/>
                  </a:ext>
                </a:extLst>
              </p:cNvPr>
              <p:cNvSpPr txBox="1"/>
              <p:nvPr/>
            </p:nvSpPr>
            <p:spPr>
              <a:xfrm>
                <a:off x="3096781" y="4691275"/>
                <a:ext cx="531856" cy="1969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1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sz="11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11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100" b="1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714511E-2E25-4450-8496-B603076B3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6781" y="4691275"/>
                <a:ext cx="531856" cy="196913"/>
              </a:xfrm>
              <a:prstGeom prst="rect">
                <a:avLst/>
              </a:prstGeom>
              <a:blipFill>
                <a:blip r:embed="rId9"/>
                <a:stretch>
                  <a:fillRect r="-20690"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2" name="Graphic 61" descr="Line arrow Counter clockwise curve">
            <a:extLst>
              <a:ext uri="{FF2B5EF4-FFF2-40B4-BE49-F238E27FC236}">
                <a16:creationId xmlns:a16="http://schemas.microsoft.com/office/drawing/2014/main" id="{3AA01489-94FC-42B5-B36E-E20AEE01269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07089" y="7239000"/>
            <a:ext cx="800539" cy="340843"/>
          </a:xfrm>
          <a:prstGeom prst="rect">
            <a:avLst/>
          </a:prstGeom>
        </p:spPr>
      </p:pic>
      <p:pic>
        <p:nvPicPr>
          <p:cNvPr id="64" name="Graphic 63" descr="Line arrow Rotate left">
            <a:extLst>
              <a:ext uri="{FF2B5EF4-FFF2-40B4-BE49-F238E27FC236}">
                <a16:creationId xmlns:a16="http://schemas.microsoft.com/office/drawing/2014/main" id="{0E05E3C8-98EB-41C0-A0FD-8CA1F92B284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9702692">
            <a:off x="3372414" y="1958170"/>
            <a:ext cx="996371" cy="799306"/>
          </a:xfrm>
          <a:prstGeom prst="rect">
            <a:avLst/>
          </a:prstGeom>
        </p:spPr>
      </p:pic>
      <p:pic>
        <p:nvPicPr>
          <p:cNvPr id="70" name="Graphic 69" descr="Line arrow Counter clockwise curve">
            <a:extLst>
              <a:ext uri="{FF2B5EF4-FFF2-40B4-BE49-F238E27FC236}">
                <a16:creationId xmlns:a16="http://schemas.microsoft.com/office/drawing/2014/main" id="{C2ACC3DA-2DE1-443E-B657-4280C17DB47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802910" y="7039298"/>
            <a:ext cx="1060194" cy="51514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BE13526-5821-46A5-92E8-6C8823F02730}"/>
                  </a:ext>
                </a:extLst>
              </p:cNvPr>
              <p:cNvSpPr txBox="1"/>
              <p:nvPr/>
            </p:nvSpPr>
            <p:spPr>
              <a:xfrm>
                <a:off x="1963906" y="7112204"/>
                <a:ext cx="4906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b="1" i="1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b="1" dirty="0"/>
                  <a:t>1</a:t>
                </a:r>
              </a:p>
            </p:txBody>
          </p:sp>
        </mc:Choice>
        <mc:Fallback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BE13526-5821-46A5-92E8-6C8823F027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3906" y="7112204"/>
                <a:ext cx="490605" cy="369332"/>
              </a:xfrm>
              <a:prstGeom prst="rect">
                <a:avLst/>
              </a:prstGeom>
              <a:blipFill>
                <a:blip r:embed="rId16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2BAEB695-E888-42A6-9D0E-0AFF77B01ABC}"/>
                  </a:ext>
                </a:extLst>
              </p:cNvPr>
              <p:cNvSpPr txBox="1"/>
              <p:nvPr/>
            </p:nvSpPr>
            <p:spPr>
              <a:xfrm>
                <a:off x="6451584" y="6985056"/>
                <a:ext cx="4906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b="1" i="1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b="1" dirty="0"/>
                  <a:t>2</a:t>
                </a:r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2BAEB695-E888-42A6-9D0E-0AFF77B01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584" y="6985056"/>
                <a:ext cx="490605" cy="369332"/>
              </a:xfrm>
              <a:prstGeom prst="rect">
                <a:avLst/>
              </a:prstGeom>
              <a:blipFill>
                <a:blip r:embed="rId17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874DADC-DCB0-48ED-BAA4-D41391557782}"/>
                  </a:ext>
                </a:extLst>
              </p:cNvPr>
              <p:cNvSpPr txBox="1"/>
              <p:nvPr/>
            </p:nvSpPr>
            <p:spPr>
              <a:xfrm rot="20756952">
                <a:off x="3605487" y="1732793"/>
                <a:ext cx="4906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b="1" i="1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b="1" dirty="0"/>
                  <a:t>3</a:t>
                </a:r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874DADC-DCB0-48ED-BAA4-D41391557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756952">
                <a:off x="3605487" y="1732793"/>
                <a:ext cx="490605" cy="369332"/>
              </a:xfrm>
              <a:prstGeom prst="rect">
                <a:avLst/>
              </a:prstGeom>
              <a:blipFill>
                <a:blip r:embed="rId18"/>
                <a:stretch>
                  <a:fillRect t="-6329" r="-3191" b="-13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Flowchart: Connector 76">
            <a:extLst>
              <a:ext uri="{FF2B5EF4-FFF2-40B4-BE49-F238E27FC236}">
                <a16:creationId xmlns:a16="http://schemas.microsoft.com/office/drawing/2014/main" id="{F3569A2E-B885-4C46-B576-24F0DA50027F}"/>
              </a:ext>
            </a:extLst>
          </p:cNvPr>
          <p:cNvSpPr/>
          <p:nvPr/>
        </p:nvSpPr>
        <p:spPr>
          <a:xfrm flipH="1" flipV="1">
            <a:off x="4197279" y="5106920"/>
            <a:ext cx="45719" cy="88133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9D7F635-A72B-44C1-A09D-4FB5B7C36B65}"/>
              </a:ext>
            </a:extLst>
          </p:cNvPr>
          <p:cNvCxnSpPr>
            <a:endCxn id="77" idx="6"/>
          </p:cNvCxnSpPr>
          <p:nvPr/>
        </p:nvCxnSpPr>
        <p:spPr>
          <a:xfrm flipV="1">
            <a:off x="3962400" y="5150986"/>
            <a:ext cx="234879" cy="5440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B5F52F8D-E1FC-46E1-A05E-2D9D6927E2E0}"/>
              </a:ext>
            </a:extLst>
          </p:cNvPr>
          <p:cNvCxnSpPr>
            <a:cxnSpLocks/>
            <a:endCxn id="77" idx="6"/>
          </p:cNvCxnSpPr>
          <p:nvPr/>
        </p:nvCxnSpPr>
        <p:spPr>
          <a:xfrm>
            <a:off x="3791798" y="4716586"/>
            <a:ext cx="405481" cy="434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A2A10C8E-3397-4658-BE31-C0DC85ED500D}"/>
              </a:ext>
            </a:extLst>
          </p:cNvPr>
          <p:cNvCxnSpPr>
            <a:cxnSpLocks/>
            <a:stCxn id="77" idx="2"/>
          </p:cNvCxnSpPr>
          <p:nvPr/>
        </p:nvCxnSpPr>
        <p:spPr>
          <a:xfrm flipV="1">
            <a:off x="4242998" y="4951480"/>
            <a:ext cx="786202" cy="1995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8475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2312</TotalTime>
  <Words>23</Words>
  <Application>Microsoft Office PowerPoint</Application>
  <PresentationFormat>Custom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 Math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creator>PC</dc:creator>
  <cp:lastModifiedBy>basheer altaweel</cp:lastModifiedBy>
  <cp:revision>8</cp:revision>
  <dcterms:created xsi:type="dcterms:W3CDTF">2020-06-30T22:04:03Z</dcterms:created>
  <dcterms:modified xsi:type="dcterms:W3CDTF">2020-09-13T20:44:16Z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2020-09-12T00:00:00Z</vt:filetime>
  </property>
  <property fmtid="{D5CDD505-2E9C-101B-9397-08002B2CF9AE}" pid="3" name="LastSaved">
    <vt:filetime>2020-06-30T00:00:00Z</vt:filetime>
  </property>
</Properties>
</file>