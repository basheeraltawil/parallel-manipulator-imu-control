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34681-F584-4054-9BAD-1BC906A2DF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75EDD1-1FC1-46CC-8D47-9B34D6756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547CD-0E61-4ED5-B124-BFF57217F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BAF0-8D44-40F9-8D0D-8C3FCD9942A2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49D33-B9F4-4CF0-8CB9-7DFFD41EF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9311C-F8ED-4831-8132-12E3A5B4C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D6B9-3B98-4545-80C4-6A3B9D8FA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772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A2982-E35B-4C2B-A903-A5FC9D17B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5179D-09BF-4081-91BA-651D0A82E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C8E7E-8075-49BB-A8AA-96E0B866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BAF0-8D44-40F9-8D0D-8C3FCD9942A2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2BFA7-3B54-479B-8420-BA0427F67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ECE5C-BA82-46FD-8AAE-1AA701E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D6B9-3B98-4545-80C4-6A3B9D8FA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90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3FF15-BF65-4C39-8F17-758624B7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35BDA-936C-46A5-8A4F-7A9DAFB9C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90219-EEFD-4420-8A4E-938FE194D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BAF0-8D44-40F9-8D0D-8C3FCD9942A2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58D88-47BC-4B00-8CCB-0B27DEB77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2EF59-C414-4C8B-8D1B-747D95B78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D6B9-3B98-4545-80C4-6A3B9D8FA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57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BA60B-45FE-484E-8F96-B4F4DECF3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0DA0E-C89E-4740-8DD1-1D8B9D357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1151CA-1F8D-451C-87D0-927AB0353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86ECE-C35A-45F3-9CB9-EB319BEA8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BAF0-8D44-40F9-8D0D-8C3FCD9942A2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6DDBA3-845E-4E37-BCCA-065CFD490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DBA0D-5003-4D25-ACB8-520FB7FC7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D6B9-3B98-4545-80C4-6A3B9D8FA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808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73EDA-B1A7-4B82-8956-3B435F6C0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DE984-FEC1-4F93-A6D8-5C571A625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CBE3C9-109C-4B7E-8137-6651CAF69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15DD46-F994-44C5-9180-D631C02351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DBDE23-8F80-49D9-AAA4-1315D1F87A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5329A3-2FD9-424A-B2F8-73AFBD7B9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BAF0-8D44-40F9-8D0D-8C3FCD9942A2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8EEF97-CC56-4D65-BD6D-CB60E8F77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AA6FE8-08C6-4D28-965F-6BFF5ADA1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D6B9-3B98-4545-80C4-6A3B9D8FA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973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C7E86-5897-4632-BF12-FC2DE31EB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8DC09-E10D-4E32-A99E-4CE3C1C4A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BAF0-8D44-40F9-8D0D-8C3FCD9942A2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1F836-4DC6-4A01-80E0-F97F2686C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79D770-3C6D-4B26-ACDF-CCBB10491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D6B9-3B98-4545-80C4-6A3B9D8FA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942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0D3F90-4C65-4CE1-BDE9-561A172A7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BAF0-8D44-40F9-8D0D-8C3FCD9942A2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4E5C09-AE40-4040-8FC7-F7403BED1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C6D8E-6CE5-41EB-99BA-B17D4C7A5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D6B9-3B98-4545-80C4-6A3B9D8FA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64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E992F-8DB6-4125-8BB9-D70CF5294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9D676-181C-472F-978F-1CEF8D0AA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CF3991-89B0-48E5-A704-367FFFF30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76DE02-4FE6-4280-B6D3-B2D053BF6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BAF0-8D44-40F9-8D0D-8C3FCD9942A2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13465-8F67-42DA-8E24-83489E4D0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E1D51-B6AA-4DEB-86FA-3D1A68FCC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D6B9-3B98-4545-80C4-6A3B9D8FA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428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34535-868F-449A-BD12-B02F0E676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3B7E19-2A6A-4CB0-8CDC-3A65D7D049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B5779-18C1-437B-9EEF-81D2DF41D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EA0DA-8C18-4190-81FF-97529D764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BAF0-8D44-40F9-8D0D-8C3FCD9942A2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F99E3-5522-46A8-963F-DC9AC0951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4FB25-EFD9-40F9-8F9B-AD47ABF9A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D6B9-3B98-4545-80C4-6A3B9D8FA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2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E0B95-F02A-40D8-8AA5-FB2FCAE85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46F0A5-8D84-4D6A-8DE8-1F464F9DF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6F326-4D79-4095-90D0-C4DB6AE8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BAF0-8D44-40F9-8D0D-8C3FCD9942A2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6394A-D092-4840-8091-5586B77F9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4E148-5B7F-4B7D-88C2-F0B095C29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D6B9-3B98-4545-80C4-6A3B9D8FA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400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0A5D0A-980D-4A15-9C4B-5CA1AC5FFF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810EB9-F168-4BFF-8299-439636F76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F8D6A-AD78-4BF4-9AF2-B681E4316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BAF0-8D44-40F9-8D0D-8C3FCD9942A2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D8CAE-F7EC-4986-9380-F2F0106EF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621F1-7496-4B0D-B584-9F2C268B3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D6B9-3B98-4545-80C4-6A3B9D8FA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023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BFD09F-9C25-4A34-ACD4-60BEDE6D5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082F0-E117-4D82-BB66-EDC754C2B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9C34E-38D4-43A8-877D-6D130BF43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6BAF0-8D44-40F9-8D0D-8C3FCD9942A2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AF4C4-383A-4F91-B207-4BE07792EE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07CF1-2721-4171-8A59-3B10E52DD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5D6B9-3B98-4545-80C4-6A3B9D8FA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66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image" Target="../media/image5.svg"/><Relationship Id="rId12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7.png"/><Relationship Id="rId5" Type="http://schemas.openxmlformats.org/officeDocument/2006/relationships/image" Target="../media/image7.svg"/><Relationship Id="rId10" Type="http://schemas.openxmlformats.org/officeDocument/2006/relationships/image" Target="../media/image16.png"/><Relationship Id="rId4" Type="http://schemas.openxmlformats.org/officeDocument/2006/relationships/image" Target="../media/image6.png"/><Relationship Id="rId9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BE58FF-4373-4771-AB61-1B2D2601A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518" y="608417"/>
            <a:ext cx="4707550" cy="5571067"/>
          </a:xfrm>
          <a:prstGeom prst="rect">
            <a:avLst/>
          </a:prstGeom>
        </p:spPr>
      </p:pic>
      <p:pic>
        <p:nvPicPr>
          <p:cNvPr id="5" name="Graphic 4" descr="Line arrow Counter clockwise curve">
            <a:extLst>
              <a:ext uri="{FF2B5EF4-FFF2-40B4-BE49-F238E27FC236}">
                <a16:creationId xmlns:a16="http://schemas.microsoft.com/office/drawing/2014/main" id="{78C41D5D-0D0F-47C9-937B-B0BEFDD1C3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7212" y="4208018"/>
            <a:ext cx="1528520" cy="54243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6113F1-9670-4415-974C-6AA19F74952E}"/>
              </a:ext>
            </a:extLst>
          </p:cNvPr>
          <p:cNvCxnSpPr>
            <a:cxnSpLocks/>
          </p:cNvCxnSpPr>
          <p:nvPr/>
        </p:nvCxnSpPr>
        <p:spPr>
          <a:xfrm>
            <a:off x="6226456" y="4750451"/>
            <a:ext cx="15415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Graphic 6" descr="Line arrow Counter clockwise curve">
            <a:extLst>
              <a:ext uri="{FF2B5EF4-FFF2-40B4-BE49-F238E27FC236}">
                <a16:creationId xmlns:a16="http://schemas.microsoft.com/office/drawing/2014/main" id="{85810E58-3268-4EDE-8A6C-49C3300038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46084" y="3932811"/>
            <a:ext cx="2002269" cy="817640"/>
          </a:xfrm>
          <a:prstGeom prst="rect">
            <a:avLst/>
          </a:prstGeom>
        </p:spPr>
      </p:pic>
      <p:pic>
        <p:nvPicPr>
          <p:cNvPr id="19" name="Graphic 18" descr="Line arrow Rotate left">
            <a:extLst>
              <a:ext uri="{FF2B5EF4-FFF2-40B4-BE49-F238E27FC236}">
                <a16:creationId xmlns:a16="http://schemas.microsoft.com/office/drawing/2014/main" id="{80CE6FE9-F2AA-4401-9476-910449360F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9702692">
            <a:off x="5788248" y="3683736"/>
            <a:ext cx="624372" cy="24456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2717422-3792-4C78-B3F7-66D9085F1D52}"/>
              </a:ext>
            </a:extLst>
          </p:cNvPr>
          <p:cNvSpPr txBox="1"/>
          <p:nvPr/>
        </p:nvSpPr>
        <p:spPr>
          <a:xfrm rot="20472049">
            <a:off x="5458602" y="3870273"/>
            <a:ext cx="49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L1i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2B8F4A-D73A-47A6-BA1B-BD364712FA8B}"/>
              </a:ext>
            </a:extLst>
          </p:cNvPr>
          <p:cNvSpPr txBox="1"/>
          <p:nvPr/>
        </p:nvSpPr>
        <p:spPr>
          <a:xfrm>
            <a:off x="5567212" y="2145411"/>
            <a:ext cx="1380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L2i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B6B56DC-109A-4B80-9E27-42309215FCCE}"/>
                  </a:ext>
                </a:extLst>
              </p:cNvPr>
              <p:cNvSpPr txBox="1"/>
              <p:nvPr/>
            </p:nvSpPr>
            <p:spPr>
              <a:xfrm>
                <a:off x="5922124" y="3393951"/>
                <a:ext cx="3737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1" i="1" smtClean="0">
                          <a:latin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B6B56DC-109A-4B80-9E27-42309215F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2124" y="3393951"/>
                <a:ext cx="37374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2375FE2-3E91-45F1-A22E-B9CA1E5BE75E}"/>
                  </a:ext>
                </a:extLst>
              </p:cNvPr>
              <p:cNvSpPr txBox="1"/>
              <p:nvPr/>
            </p:nvSpPr>
            <p:spPr>
              <a:xfrm>
                <a:off x="1030484" y="1311074"/>
                <a:ext cx="5145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/>
                        <m:e/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2375FE2-3E91-45F1-A22E-B9CA1E5BE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484" y="1311074"/>
                <a:ext cx="514564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3E28DE4-8926-4778-9E5E-F1726D8F2C00}"/>
                  </a:ext>
                </a:extLst>
              </p:cNvPr>
              <p:cNvSpPr txBox="1"/>
              <p:nvPr/>
            </p:nvSpPr>
            <p:spPr>
              <a:xfrm>
                <a:off x="7125046" y="4314989"/>
                <a:ext cx="3256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3E28DE4-8926-4778-9E5E-F1726D8F2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5046" y="4314989"/>
                <a:ext cx="325665" cy="369332"/>
              </a:xfrm>
              <a:prstGeom prst="rect">
                <a:avLst/>
              </a:prstGeom>
              <a:blipFill>
                <a:blip r:embed="rId11"/>
                <a:stretch>
                  <a:fillRect r="-4150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5D262FE-82DB-4457-905B-2B7E2B6E006A}"/>
                  </a:ext>
                </a:extLst>
              </p:cNvPr>
              <p:cNvSpPr txBox="1"/>
              <p:nvPr/>
            </p:nvSpPr>
            <p:spPr>
              <a:xfrm>
                <a:off x="6452139" y="4248859"/>
                <a:ext cx="5229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1" i="1" smtClean="0"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5D262FE-82DB-4457-905B-2B7E2B6E0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2139" y="4248859"/>
                <a:ext cx="52299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520ED61-3052-4D36-8D4A-5056440C9FB9}"/>
                  </a:ext>
                </a:extLst>
              </p:cNvPr>
              <p:cNvSpPr txBox="1"/>
              <p:nvPr/>
            </p:nvSpPr>
            <p:spPr>
              <a:xfrm>
                <a:off x="7450711" y="4350342"/>
                <a:ext cx="6640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520ED61-3052-4D36-8D4A-5056440C9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711" y="4350342"/>
                <a:ext cx="664096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58CFA8C2-3487-400D-8D1C-9E9346E021D6}"/>
              </a:ext>
            </a:extLst>
          </p:cNvPr>
          <p:cNvSpPr txBox="1"/>
          <p:nvPr/>
        </p:nvSpPr>
        <p:spPr>
          <a:xfrm rot="342525">
            <a:off x="5823716" y="2892360"/>
            <a:ext cx="49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D82A35-3844-415F-A9F5-EAC5A87B8FF2}"/>
              </a:ext>
            </a:extLst>
          </p:cNvPr>
          <p:cNvSpPr txBox="1"/>
          <p:nvPr/>
        </p:nvSpPr>
        <p:spPr>
          <a:xfrm rot="342525">
            <a:off x="6532707" y="2624132"/>
            <a:ext cx="42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A43636C-324E-4375-B98D-800C50A32436}"/>
              </a:ext>
            </a:extLst>
          </p:cNvPr>
          <p:cNvSpPr txBox="1"/>
          <p:nvPr/>
        </p:nvSpPr>
        <p:spPr>
          <a:xfrm rot="342525">
            <a:off x="6336718" y="3497349"/>
            <a:ext cx="49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56175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0BB598-3BDF-410B-BFFC-0184631A8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786" y="1420822"/>
            <a:ext cx="4143375" cy="485775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4DDECBF-A691-40C0-ACAF-53A68CC8AF24}"/>
              </a:ext>
            </a:extLst>
          </p:cNvPr>
          <p:cNvCxnSpPr>
            <a:cxnSpLocks/>
          </p:cNvCxnSpPr>
          <p:nvPr/>
        </p:nvCxnSpPr>
        <p:spPr>
          <a:xfrm>
            <a:off x="6226456" y="4750451"/>
            <a:ext cx="15415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1914D13-1407-416B-A26F-E1F4D0877CD1}"/>
              </a:ext>
            </a:extLst>
          </p:cNvPr>
          <p:cNvSpPr txBox="1"/>
          <p:nvPr/>
        </p:nvSpPr>
        <p:spPr>
          <a:xfrm>
            <a:off x="7114223" y="2385108"/>
            <a:ext cx="721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L2i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FC89EE-1A33-4ED8-88D8-BF2456DA90A7}"/>
              </a:ext>
            </a:extLst>
          </p:cNvPr>
          <p:cNvSpPr txBox="1"/>
          <p:nvPr/>
        </p:nvSpPr>
        <p:spPr>
          <a:xfrm rot="20472049">
            <a:off x="6868920" y="3918896"/>
            <a:ext cx="49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L1i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0A07A1-1BAC-4FE3-B70E-B24A886D0EA2}"/>
              </a:ext>
            </a:extLst>
          </p:cNvPr>
          <p:cNvSpPr txBox="1"/>
          <p:nvPr/>
        </p:nvSpPr>
        <p:spPr>
          <a:xfrm rot="342525">
            <a:off x="6376743" y="2493567"/>
            <a:ext cx="42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434CF3-7E8A-4D93-8288-71BEB9344E1D}"/>
              </a:ext>
            </a:extLst>
          </p:cNvPr>
          <p:cNvSpPr txBox="1"/>
          <p:nvPr/>
        </p:nvSpPr>
        <p:spPr>
          <a:xfrm rot="342525">
            <a:off x="6113307" y="3567779"/>
            <a:ext cx="42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784A72-84FC-4EEE-814D-BA9E71A31502}"/>
              </a:ext>
            </a:extLst>
          </p:cNvPr>
          <p:cNvSpPr txBox="1"/>
          <p:nvPr/>
        </p:nvSpPr>
        <p:spPr>
          <a:xfrm rot="342525">
            <a:off x="6795195" y="3049101"/>
            <a:ext cx="49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0FD43D-347D-49C1-942E-DD96A673A01C}"/>
                  </a:ext>
                </a:extLst>
              </p:cNvPr>
              <p:cNvSpPr txBox="1"/>
              <p:nvPr/>
            </p:nvSpPr>
            <p:spPr>
              <a:xfrm>
                <a:off x="7450711" y="4350342"/>
                <a:ext cx="6640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0FD43D-347D-49C1-942E-DD96A673A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711" y="4350342"/>
                <a:ext cx="664096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Line arrow Rotate left">
            <a:extLst>
              <a:ext uri="{FF2B5EF4-FFF2-40B4-BE49-F238E27FC236}">
                <a16:creationId xmlns:a16="http://schemas.microsoft.com/office/drawing/2014/main" id="{855BBB2B-86F0-46F0-942B-0968C68B30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378620">
            <a:off x="6343484" y="4036626"/>
            <a:ext cx="416544" cy="313256"/>
          </a:xfrm>
          <a:prstGeom prst="rect">
            <a:avLst/>
          </a:prstGeom>
        </p:spPr>
      </p:pic>
      <p:pic>
        <p:nvPicPr>
          <p:cNvPr id="21" name="Graphic 20" descr="Line arrow Counter clockwise curve">
            <a:extLst>
              <a:ext uri="{FF2B5EF4-FFF2-40B4-BE49-F238E27FC236}">
                <a16:creationId xmlns:a16="http://schemas.microsoft.com/office/drawing/2014/main" id="{B3854EEF-7D6C-4DDF-9A04-3547DCE5F7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9611" y="4381118"/>
            <a:ext cx="1320180" cy="369332"/>
          </a:xfrm>
          <a:prstGeom prst="rect">
            <a:avLst/>
          </a:prstGeom>
        </p:spPr>
      </p:pic>
      <p:pic>
        <p:nvPicPr>
          <p:cNvPr id="23" name="Graphic 22" descr="Line arrow Counter clockwise curve">
            <a:extLst>
              <a:ext uri="{FF2B5EF4-FFF2-40B4-BE49-F238E27FC236}">
                <a16:creationId xmlns:a16="http://schemas.microsoft.com/office/drawing/2014/main" id="{BBE1825E-55A3-47AB-B49A-6E58058EAE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9436" y="4203957"/>
            <a:ext cx="1488917" cy="5464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2C09F6E-81CE-4A84-A2C2-152D9E6C0C49}"/>
                  </a:ext>
                </a:extLst>
              </p:cNvPr>
              <p:cNvSpPr txBox="1"/>
              <p:nvPr/>
            </p:nvSpPr>
            <p:spPr>
              <a:xfrm>
                <a:off x="7166831" y="4167843"/>
                <a:ext cx="5229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1" i="1" smtClean="0"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2C09F6E-81CE-4A84-A2C2-152D9E6C0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831" y="4167843"/>
                <a:ext cx="52299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7BDD6CF-68C4-4427-A4F5-34D846D259EC}"/>
                  </a:ext>
                </a:extLst>
              </p:cNvPr>
              <p:cNvSpPr txBox="1"/>
              <p:nvPr/>
            </p:nvSpPr>
            <p:spPr>
              <a:xfrm>
                <a:off x="6630660" y="4336680"/>
                <a:ext cx="4630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7BDD6CF-68C4-4427-A4F5-34D846D25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0660" y="4336680"/>
                <a:ext cx="463061" cy="369332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AE7BD00-D922-433A-B5FA-D169700A6487}"/>
                  </a:ext>
                </a:extLst>
              </p:cNvPr>
              <p:cNvSpPr txBox="1"/>
              <p:nvPr/>
            </p:nvSpPr>
            <p:spPr>
              <a:xfrm>
                <a:off x="6443788" y="3793837"/>
                <a:ext cx="3737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1" i="1" smtClean="0">
                          <a:latin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AE7BD00-D922-433A-B5FA-D169700A6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3788" y="3793837"/>
                <a:ext cx="37374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2953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1650</TotalTime>
  <Words>19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basheer altaweel</dc:creator>
  <cp:lastModifiedBy>basheer altaweel</cp:lastModifiedBy>
  <cp:revision>8</cp:revision>
  <dcterms:created xsi:type="dcterms:W3CDTF">2020-09-12T17:14:15Z</dcterms:created>
  <dcterms:modified xsi:type="dcterms:W3CDTF">2020-09-13T20:45:06Z</dcterms:modified>
</cp:coreProperties>
</file>